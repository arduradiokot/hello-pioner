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09" r:id="rId2"/>
    <p:sldId id="518" r:id="rId3"/>
    <p:sldId id="512" r:id="rId4"/>
    <p:sldId id="513" r:id="rId5"/>
    <p:sldId id="514" r:id="rId6"/>
    <p:sldId id="515" r:id="rId7"/>
    <p:sldId id="516" r:id="rId8"/>
    <p:sldId id="51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7A91-D740-4AA4-932E-474EEA8A689C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4AF7-9DE8-4A19-9713-BC153F4356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1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Шрифты: </a:t>
            </a:r>
            <a:r>
              <a:rPr lang="en-US" dirty="0"/>
              <a:t>JetBrains Mono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206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794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549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086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426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26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494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64403-3D03-4A35-A098-8AFFE3B74A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43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F5DD5-CAD8-4D4D-88F8-F3EE8326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136AF2-E0CC-4B5C-AFE7-51B7EEAC4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1BD086-FD06-4452-BDE0-EC26503E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01BC9-D739-4918-90AF-EAD11A13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4F2A5-F188-4414-B812-8233F831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899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CFF38-3CAE-4B81-A4B5-3D40372F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10FAB-E7B1-4876-A9C5-D683D0759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1F2B4-04D6-471F-977F-8BBA6669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AACCCC-9E78-4D46-9D89-AD2E90B4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400BB6-168C-47B9-968F-3022BF01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2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6C34F-5108-490D-BB14-A1AB0175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22AF05-3AD8-4BB1-BB30-7337360E4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BEF7B-A167-4E6B-8630-CF57D086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012E34-A0DD-46A8-B4F5-9F3F0FD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FCD028-809A-4257-AEB9-56806780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09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D8BBA-FC8E-4EEB-995A-A2B1A201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6BE1D-BCA9-44F2-A80A-9BBB868D0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B96AE5-01C3-4F75-BDE4-A22261691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9A841F-EFAF-440C-B00D-2EC588D2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8AAD68-0BF8-48AF-8F4A-F455DDA8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0B58ED-911E-4AA1-A1A4-662AC444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55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0E134-EBDF-4C4A-80D3-B908025C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BFC273-BEBC-4739-AE32-88D493D81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17D30B-DBB1-4048-95EF-53538495F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6B4D3C-A205-44E5-9943-AFFA812E5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5435B7-05BD-4DF8-9F21-CCF8FFEBE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6F4EBE2-03DC-47D8-92C2-90B3E452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872673-28A7-42B5-8996-122AC73A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C7F638-E205-49CE-B500-286BA2B5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76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B8D8-65D5-4CA9-A371-1F1741A6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5F6177-BA19-487F-A980-EDD2C199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73C68-B4FC-4B7A-9505-AD6C505A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24CB12-C700-4DE4-A015-38101B3E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2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6EDF880-8855-4E58-AD28-31009C5A6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214B81-9414-42EC-B735-8D5B3689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6E548A-9103-436B-AE16-3EB659CB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32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75D0A-5652-4954-87E6-70FF5C9F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DEED06-DBCC-45D8-A438-76EB8735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6F5CD3-7599-440D-885B-65F8E3F3B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6F1118-68FE-4919-AAFA-EE4854CD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D9F413-E7DE-43F7-B4F9-54AB1E75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714F26-E089-46E5-8881-E6D32CCF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92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07814-E42A-485D-8B4C-5CB3230D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F21F8E-B291-4583-AB0D-BE239F7C1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DDBA21-150B-4B1D-8AE4-FBED4D6FF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F95B56-858A-4924-9B4D-B775627C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CFF76B-57C3-4C04-80CF-BBA2239AB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284B0A-56C2-491C-9481-86D626DA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85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1C8C2-2664-4131-ADC4-E538C2C1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7286A-E30D-48B4-A0FA-A3FAF9EF1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081F8F-CD37-497B-BF35-DB134751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BBE8BC-5BEF-407B-BFD2-584DC2DE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AA4595-0AE1-4333-919A-BDC6E71A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61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675347-4DA6-4748-8B5D-9EF14C2AE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A757ED-D196-417B-BA5D-B5924C18E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3687C3-E9E6-455C-A53F-D3915180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BBD4F2-6E3B-494C-B777-E80F36FC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97BD3-90C1-4F13-99C2-1B5EBB2E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67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D914A-124B-461A-B522-C4373EA96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12F861-1161-4C04-8B33-41D44DC74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10CEE-254C-4F0E-A672-8C65AE379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0DC6A-E5DD-4083-8E9E-14E79AEAB0E6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6A3AEC-2063-4E86-B4C9-7CBBEE1D0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A3CE3-7B45-4093-AA4E-5F3FBB5C0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03807-F8A1-47FE-89DA-48D6A6FBAC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58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73F4970-919E-4A55-A83D-1ED3D701EC68}"/>
              </a:ext>
            </a:extLst>
          </p:cNvPr>
          <p:cNvSpPr txBox="1"/>
          <p:nvPr/>
        </p:nvSpPr>
        <p:spPr>
          <a:xfrm>
            <a:off x="1270000" y="2675423"/>
            <a:ext cx="84774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НАЗВАНИЕ ПРОЕКТА </a:t>
            </a:r>
            <a:r>
              <a:rPr lang="ru-RU" sz="14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(в соответствии с конкурсной заявкой)</a:t>
            </a:r>
            <a:endParaRPr lang="ru-RU" sz="3200" b="1" cap="all" dirty="0">
              <a:solidFill>
                <a:srgbClr val="FB832C"/>
              </a:solidFill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77946-9D62-4F1C-AF5E-88AD63CB2841}"/>
              </a:ext>
            </a:extLst>
          </p:cNvPr>
          <p:cNvSpPr txBox="1"/>
          <p:nvPr/>
        </p:nvSpPr>
        <p:spPr>
          <a:xfrm>
            <a:off x="1270000" y="3844973"/>
            <a:ext cx="8477406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44D0B"/>
              </a:buClr>
              <a:buBlip>
                <a:blip r:embed="rId4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ФИО наставника</a:t>
            </a:r>
          </a:p>
          <a:p>
            <a:pPr marL="285750" indent="-285750">
              <a:buClr>
                <a:srgbClr val="F44D0B"/>
              </a:buClr>
              <a:buBlip>
                <a:blip r:embed="rId4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ФИО участников команды</a:t>
            </a:r>
          </a:p>
          <a:p>
            <a:pPr marL="285750" indent="-285750">
              <a:buClr>
                <a:srgbClr val="F44D0B"/>
              </a:buClr>
              <a:buBlip>
                <a:blip r:embed="rId4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Название образовательной организации</a:t>
            </a:r>
          </a:p>
          <a:p>
            <a:pPr marL="285750" indent="-285750">
              <a:buClr>
                <a:srgbClr val="F44D0B"/>
              </a:buClr>
              <a:buBlip>
                <a:blip r:embed="rId4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Населенный пункт</a:t>
            </a:r>
          </a:p>
          <a:p>
            <a:pPr marL="285750" indent="-285750">
              <a:buClr>
                <a:srgbClr val="F44D0B"/>
              </a:buClr>
              <a:buBlip>
                <a:blip r:embed="rId4"/>
              </a:buBlip>
            </a:pPr>
            <a:r>
              <a:rPr lang="en-US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Email 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наставника</a:t>
            </a:r>
          </a:p>
        </p:txBody>
      </p:sp>
    </p:spTree>
    <p:extLst>
      <p:ext uri="{BB962C8B-B14F-4D97-AF65-F5344CB8AC3E}">
        <p14:creationId xmlns:p14="http://schemas.microsoft.com/office/powerpoint/2010/main" val="265401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70000" y="703660"/>
            <a:ext cx="84774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ОПИСАНИЕ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1865302"/>
            <a:ext cx="99568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Краткое описание проекта</a:t>
            </a:r>
          </a:p>
          <a:p>
            <a:pPr>
              <a:buClr>
                <a:srgbClr val="F44D0B"/>
              </a:buClr>
            </a:pP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Цель;</a:t>
            </a: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Практическая проблема, которую решает представленный проект;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Предложения по практическому использованию результатов проекта;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Описание основных результатов проекта (чего удалось достичь).</a:t>
            </a:r>
          </a:p>
        </p:txBody>
      </p:sp>
    </p:spTree>
    <p:extLst>
      <p:ext uri="{BB962C8B-B14F-4D97-AF65-F5344CB8AC3E}">
        <p14:creationId xmlns:p14="http://schemas.microsoft.com/office/powerpoint/2010/main" val="398697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70000" y="703660"/>
            <a:ext cx="84774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обзор существующих решений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1861099"/>
            <a:ext cx="99568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Краткий анализ исследований/разработок по теме проекта;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Обзор существующих решений;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Перспективы использования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279343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70000" y="703660"/>
            <a:ext cx="8477406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Схема модели</a:t>
            </a:r>
            <a:r>
              <a:rPr lang="en-US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/</a:t>
            </a:r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Фотография прототипа</a:t>
            </a:r>
            <a:r>
              <a:rPr lang="en-US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/</a:t>
            </a:r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схема работы алгоритма программы в виде блок схемы или псевдокодом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43BD2-92A2-4ECE-BA2E-AA6B0FE7563F}"/>
              </a:ext>
            </a:extLst>
          </p:cNvPr>
          <p:cNvSpPr txBox="1"/>
          <p:nvPr/>
        </p:nvSpPr>
        <p:spPr>
          <a:xfrm>
            <a:off x="1270000" y="3330150"/>
            <a:ext cx="9956800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Изображение</a:t>
            </a:r>
          </a:p>
          <a:p>
            <a:pPr>
              <a:buClr>
                <a:srgbClr val="F44D0B"/>
              </a:buClr>
            </a:pP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Описание используемых </a:t>
            </a:r>
            <a:r>
              <a:rPr lang="ru-RU" sz="1600" dirty="0" err="1">
                <a:latin typeface="JetBrains Mono Light" panose="02000009000000000000" pitchFamily="49" charset="0"/>
                <a:cs typeface="JetBrains Mono Light" panose="02000009000000000000" pitchFamily="49" charset="0"/>
              </a:rPr>
              <a:t>Open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</a:t>
            </a:r>
            <a:r>
              <a:rPr lang="ru-RU" sz="1600" dirty="0" err="1">
                <a:latin typeface="JetBrains Mono Light" panose="02000009000000000000" pitchFamily="49" charset="0"/>
                <a:cs typeface="JetBrains Mono Light" panose="02000009000000000000" pitchFamily="49" charset="0"/>
              </a:rPr>
              <a:t>Source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решений в проекте (для программного проекта, при наличии);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Технические характеристики (при наличии);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Техническая документация (для конструкторского проекта): аксонометрические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проекции, чертежи, схемы, спецификации, расчёты.</a:t>
            </a:r>
          </a:p>
          <a:p>
            <a:pPr marL="285750" indent="-285750">
              <a:buClr>
                <a:srgbClr val="F44D0B"/>
              </a:buClr>
              <a:buBlip>
                <a:blip r:embed="rId4">
                  <a:extLst/>
                </a:blip>
              </a:buBlip>
            </a:pP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52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70000" y="703660"/>
            <a:ext cx="847740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описание этапов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1850821"/>
            <a:ext cx="99568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1 этап (даты);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2 этап (даты);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3 этап (даты).</a:t>
            </a:r>
          </a:p>
        </p:txBody>
      </p:sp>
    </p:spTree>
    <p:extLst>
      <p:ext uri="{BB962C8B-B14F-4D97-AF65-F5344CB8AC3E}">
        <p14:creationId xmlns:p14="http://schemas.microsoft.com/office/powerpoint/2010/main" val="293174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69999" y="703660"/>
            <a:ext cx="9481127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используемое оборудование</a:t>
            </a:r>
          </a:p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и материалы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2357376"/>
            <a:ext cx="99568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Список;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Список;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Список.</a:t>
            </a:r>
          </a:p>
          <a:p>
            <a:pPr marL="285750" indent="-285750">
              <a:buClr>
                <a:srgbClr val="F44D0B"/>
              </a:buClr>
              <a:buBlip>
                <a:blip r:embed="rId4">
                  <a:extLst/>
                </a:blip>
              </a:buBlip>
            </a:pP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03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69999" y="703660"/>
            <a:ext cx="10783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перечень навыков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1871375"/>
            <a:ext cx="99568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Пример: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Программирование на</a:t>
            </a:r>
            <a:r>
              <a:rPr lang="en-US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Python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3</a:t>
            </a:r>
            <a:r>
              <a:rPr lang="en-US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D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-</a:t>
            </a:r>
            <a:r>
              <a:rPr lang="ru-RU" sz="1600" dirty="0" err="1">
                <a:latin typeface="JetBrains Mono Light" panose="02000009000000000000" pitchFamily="49" charset="0"/>
                <a:cs typeface="JetBrains Mono Light" panose="02000009000000000000" pitchFamily="49" charset="0"/>
              </a:rPr>
              <a:t>моделлирование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3</a:t>
            </a:r>
            <a:r>
              <a:rPr lang="en-US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D-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печать.</a:t>
            </a:r>
          </a:p>
        </p:txBody>
      </p:sp>
    </p:spTree>
    <p:extLst>
      <p:ext uri="{BB962C8B-B14F-4D97-AF65-F5344CB8AC3E}">
        <p14:creationId xmlns:p14="http://schemas.microsoft.com/office/powerpoint/2010/main" val="142613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EC708-CEF1-4471-8488-9002DC7338C8}"/>
              </a:ext>
            </a:extLst>
          </p:cNvPr>
          <p:cNvSpPr txBox="1"/>
          <p:nvPr/>
        </p:nvSpPr>
        <p:spPr>
          <a:xfrm>
            <a:off x="1269999" y="703660"/>
            <a:ext cx="10783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3200" b="1" cap="all" dirty="0">
                <a:solidFill>
                  <a:srgbClr val="FB832C"/>
                </a:solidFill>
                <a:latin typeface="JetBrains Mono SemiBold" panose="02000009000000000000" pitchFamily="49" charset="0"/>
                <a:cs typeface="JetBrains Mono SemiBold" panose="02000009000000000000" pitchFamily="49" charset="0"/>
              </a:rPr>
              <a:t>роли участников команды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B0551-976F-4954-A48A-66B2A26DFF8B}"/>
              </a:ext>
            </a:extLst>
          </p:cNvPr>
          <p:cNvSpPr txBox="1"/>
          <p:nvPr/>
        </p:nvSpPr>
        <p:spPr>
          <a:xfrm>
            <a:off x="1270000" y="1861099"/>
            <a:ext cx="99568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Пример: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И. Иванов – конструирование;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П. Петров – программирование;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М. Михайлов – подготовка проектной документации.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71E3F-A0AB-49B7-8570-3A6506E86067}"/>
              </a:ext>
            </a:extLst>
          </p:cNvPr>
          <p:cNvSpPr txBox="1"/>
          <p:nvPr/>
        </p:nvSpPr>
        <p:spPr>
          <a:xfrm>
            <a:off x="1269999" y="3499984"/>
            <a:ext cx="99568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Результат работы и перспективы: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Разработан прототип шаровой защиты для </a:t>
            </a:r>
            <a:r>
              <a:rPr lang="ru-RU" sz="1600" dirty="0" err="1">
                <a:latin typeface="JetBrains Mono Light" panose="02000009000000000000" pitchFamily="49" charset="0"/>
                <a:cs typeface="JetBrains Mono Light" panose="02000009000000000000" pitchFamily="49" charset="0"/>
              </a:rPr>
              <a:t>Геоскан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 Пионер Мини;</a:t>
            </a:r>
          </a:p>
          <a:p>
            <a:pPr marL="285750" indent="-285750">
              <a:buClr>
                <a:srgbClr val="F44D0B"/>
              </a:buClr>
              <a:buBlip>
                <a:blip r:embed="rId3"/>
              </a:buBlip>
            </a:pP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Планируется дополнительное тестирование конструкции с использование другого материала.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E5678-0BA0-41BD-8B62-FD98BEFD0117}"/>
              </a:ext>
            </a:extLst>
          </p:cNvPr>
          <p:cNvSpPr txBox="1"/>
          <p:nvPr/>
        </p:nvSpPr>
        <p:spPr>
          <a:xfrm>
            <a:off x="1269999" y="5138869"/>
            <a:ext cx="99568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F44D0B"/>
              </a:buClr>
            </a:pPr>
            <a:r>
              <a:rPr lang="en-US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QR-</a:t>
            </a:r>
            <a:r>
              <a:rPr lang="ru-RU" sz="1600" dirty="0">
                <a:latin typeface="JetBrains Mono Light" panose="02000009000000000000" pitchFamily="49" charset="0"/>
                <a:cs typeface="JetBrains Mono Light" panose="02000009000000000000" pitchFamily="49" charset="0"/>
              </a:rPr>
              <a:t>коды на сопроводительную документацию и </a:t>
            </a:r>
            <a:r>
              <a:rPr lang="ru-RU" sz="1600" dirty="0" err="1">
                <a:latin typeface="JetBrains Mono Light" panose="02000009000000000000" pitchFamily="49" charset="0"/>
                <a:cs typeface="JetBrains Mono Light" panose="02000009000000000000" pitchFamily="49" charset="0"/>
              </a:rPr>
              <a:t>видеовизитку</a:t>
            </a:r>
            <a:endParaRPr lang="ru-RU" sz="1600" dirty="0">
              <a:latin typeface="JetBrains Mono Light" panose="02000009000000000000" pitchFamily="49" charset="0"/>
              <a:cs typeface="JetBrains Mono 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39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239</Words>
  <Application>Microsoft Office PowerPoint</Application>
  <PresentationFormat>Широкоэкранный</PresentationFormat>
  <Paragraphs>56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JetBrains Mono Light</vt:lpstr>
      <vt:lpstr>JetBrains Mono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Марина Колпакова</dc:creator>
  <cp:lastModifiedBy>Марина Колпакова</cp:lastModifiedBy>
  <cp:revision>15</cp:revision>
  <dcterms:created xsi:type="dcterms:W3CDTF">2025-07-07T13:40:19Z</dcterms:created>
  <dcterms:modified xsi:type="dcterms:W3CDTF">2025-07-11T13:49:09Z</dcterms:modified>
</cp:coreProperties>
</file>